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tx1"/>
                </a:solidFill>
                <a:effectLst/>
              </a:rPr>
              <a:t>智能车套件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-C3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小车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543560" y="6711315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第三步：关于</a:t>
            </a:r>
            <a:r>
              <a:rPr lang="zh-CN" altLang="en-US" b="1"/>
              <a:t>充电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42925" y="1707515"/>
            <a:ext cx="2193290" cy="1085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000"/>
              <a:t>1. </a:t>
            </a:r>
            <a:r>
              <a:rPr lang="zh-CN" altLang="en-US" sz="1000"/>
              <a:t>拨动控制板上的电源开关</a:t>
            </a:r>
            <a:r>
              <a:rPr lang="zh-CN" altLang="en-US" sz="1000"/>
              <a:t>上电，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    </a:t>
            </a:r>
            <a:r>
              <a:rPr lang="zh-CN" altLang="en-US" sz="1000"/>
              <a:t>听到嘀嘀嘀响三声代表开机</a:t>
            </a:r>
            <a:r>
              <a:rPr lang="zh-CN" altLang="en-US" sz="1000"/>
              <a:t>成功。</a:t>
            </a:r>
            <a:endParaRPr lang="zh-CN" altLang="en-US" sz="1000"/>
          </a:p>
        </p:txBody>
      </p:sp>
      <p:sp>
        <p:nvSpPr>
          <p:cNvPr id="2" name="文本框 1"/>
          <p:cNvSpPr txBox="1"/>
          <p:nvPr/>
        </p:nvSpPr>
        <p:spPr>
          <a:xfrm>
            <a:off x="541655" y="292862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</a:t>
            </a:r>
            <a:r>
              <a:rPr lang="zh-CN" altLang="en-US" b="1"/>
              <a:t>测试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42925" y="3235960"/>
            <a:ext cx="5732780" cy="1386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zh-CN" sz="900"/>
              <a:t>使用</a:t>
            </a:r>
            <a:r>
              <a:rPr lang="en-US" altLang="zh-CN" sz="900"/>
              <a:t>PS2</a:t>
            </a:r>
            <a:r>
              <a:rPr lang="zh-CN" altLang="en-US" sz="900"/>
              <a:t>手柄</a:t>
            </a:r>
            <a:r>
              <a:rPr lang="zh-CN" sz="900"/>
              <a:t>进行</a:t>
            </a:r>
            <a:r>
              <a:rPr lang="zh-CN" sz="900"/>
              <a:t>小车的功能测试：</a:t>
            </a:r>
            <a:endParaRPr lang="zh-CN" sz="900"/>
          </a:p>
          <a:p>
            <a:pPr>
              <a:lnSpc>
                <a:spcPct val="140000"/>
              </a:lnSpc>
            </a:pPr>
            <a:r>
              <a:rPr lang="en-US" altLang="zh-CN" sz="900"/>
              <a:t>1. </a:t>
            </a:r>
            <a:r>
              <a:rPr lang="zh-CN" altLang="en-US" sz="900"/>
              <a:t>将</a:t>
            </a:r>
            <a:r>
              <a:rPr lang="en-US" altLang="zh-CN" sz="900"/>
              <a:t>2</a:t>
            </a:r>
            <a:r>
              <a:rPr lang="zh-CN" altLang="en-US" sz="900"/>
              <a:t>节</a:t>
            </a:r>
            <a:r>
              <a:rPr lang="en-US" altLang="zh-CN" sz="900"/>
              <a:t>7</a:t>
            </a:r>
            <a:r>
              <a:rPr lang="zh-CN" altLang="en-US" sz="900"/>
              <a:t>号电池装到手柄</a:t>
            </a:r>
            <a:r>
              <a:rPr lang="zh-CN" altLang="en-US" sz="900"/>
              <a:t>中；</a:t>
            </a:r>
            <a:endParaRPr lang="zh-CN" altLang="en-US" sz="900"/>
          </a:p>
          <a:p>
            <a:pPr>
              <a:lnSpc>
                <a:spcPct val="140000"/>
              </a:lnSpc>
            </a:pPr>
            <a:r>
              <a:rPr lang="en-US" altLang="zh-CN" sz="900"/>
              <a:t>2. </a:t>
            </a:r>
            <a:r>
              <a:rPr lang="zh-CN" altLang="en-US" sz="900"/>
              <a:t>打开手柄开关（将开关拨到</a:t>
            </a:r>
            <a:r>
              <a:rPr lang="en-US" altLang="zh-CN" sz="900"/>
              <a:t>ON</a:t>
            </a:r>
            <a:r>
              <a:rPr lang="zh-CN" altLang="en-US" sz="900"/>
              <a:t>那一侧即为打开手柄开关）</a:t>
            </a:r>
            <a:endParaRPr lang="zh-CN" altLang="en-US" sz="900"/>
          </a:p>
          <a:p>
            <a:pPr>
              <a:lnSpc>
                <a:spcPct val="140000"/>
              </a:lnSpc>
            </a:pPr>
            <a:r>
              <a:rPr lang="zh-CN" altLang="en-US" sz="900"/>
              <a:t> </a:t>
            </a:r>
            <a:r>
              <a:rPr lang="en-US" altLang="zh-CN" sz="900"/>
              <a:t>   </a:t>
            </a:r>
            <a:r>
              <a:rPr lang="zh-CN" altLang="en-US" sz="900"/>
              <a:t>手柄和接收器上</a:t>
            </a:r>
            <a:r>
              <a:rPr lang="zh-CN" altLang="en-US" sz="900"/>
              <a:t>的指示灯闪烁代表在等待配对中；配对成功后</a:t>
            </a:r>
            <a:r>
              <a:rPr lang="zh-CN" altLang="en-US" sz="900"/>
              <a:t>指示灯长亮。</a:t>
            </a:r>
            <a:endParaRPr lang="zh-CN" altLang="en-US" sz="900"/>
          </a:p>
          <a:p>
            <a:pPr>
              <a:lnSpc>
                <a:spcPct val="140000"/>
              </a:lnSpc>
            </a:pPr>
            <a:r>
              <a:rPr lang="en-US" altLang="zh-CN" sz="900"/>
              <a:t>3. </a:t>
            </a:r>
            <a:r>
              <a:rPr lang="zh-CN" altLang="en-US" sz="900">
                <a:sym typeface="+mn-ea"/>
              </a:rPr>
              <a:t>切换至红灯模式</a:t>
            </a:r>
            <a:r>
              <a:rPr lang="zh-CN" altLang="en-US" sz="900"/>
              <a:t>（红绿灯都亮即为红灯模式），</a:t>
            </a:r>
            <a:r>
              <a:rPr lang="en-US" altLang="zh-CN" sz="900"/>
              <a:t>MODE</a:t>
            </a:r>
            <a:r>
              <a:rPr lang="zh-CN" altLang="en-US" sz="900"/>
              <a:t>按键可切换</a:t>
            </a:r>
            <a:r>
              <a:rPr lang="zh-CN" altLang="en-US" sz="900"/>
              <a:t>红绿灯模式。</a:t>
            </a:r>
            <a:endParaRPr lang="zh-CN" altLang="en-US" sz="900"/>
          </a:p>
          <a:p>
            <a:pPr>
              <a:lnSpc>
                <a:spcPct val="140000"/>
              </a:lnSpc>
            </a:pPr>
            <a:r>
              <a:rPr lang="en-US" altLang="zh-CN" sz="900"/>
              <a:t>4. </a:t>
            </a:r>
            <a:r>
              <a:rPr lang="zh-CN" altLang="en-US" sz="900"/>
              <a:t>按对应按键或推动摇杆即可控制小车，手柄按键和摇杆对应功能如下</a:t>
            </a:r>
            <a:r>
              <a:rPr lang="zh-CN" altLang="en-US" sz="900"/>
              <a:t>所示：</a:t>
            </a:r>
            <a:endParaRPr lang="zh-CN" altLang="en-US" sz="900"/>
          </a:p>
        </p:txBody>
      </p:sp>
      <p:sp>
        <p:nvSpPr>
          <p:cNvPr id="17" name="文本框 16"/>
          <p:cNvSpPr txBox="1"/>
          <p:nvPr/>
        </p:nvSpPr>
        <p:spPr>
          <a:xfrm>
            <a:off x="541020" y="7079615"/>
            <a:ext cx="2887345" cy="100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000"/>
              <a:t>将控制板从小车上盖板上</a:t>
            </a:r>
            <a:r>
              <a:rPr lang="zh-CN" altLang="en-US" sz="1000"/>
              <a:t>取下来，然后从控制板底部的电池盒中将电池取出来，卡到充电器上（注意电池方向，如右图所示），再将充电器插到插排上充电即可（充电指示灯在充电时显示红灯，充满后显示为</a:t>
            </a:r>
            <a:r>
              <a:rPr lang="zh-CN" altLang="en-US" sz="1000"/>
              <a:t>绿灯）。</a:t>
            </a:r>
            <a:endParaRPr lang="zh-CN" altLang="en-US" sz="1000"/>
          </a:p>
        </p:txBody>
      </p:sp>
      <p:sp>
        <p:nvSpPr>
          <p:cNvPr id="12" name="文本框 11"/>
          <p:cNvSpPr txBox="1"/>
          <p:nvPr/>
        </p:nvSpPr>
        <p:spPr>
          <a:xfrm>
            <a:off x="542925" y="822388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541020" y="8552815"/>
            <a:ext cx="5670550" cy="1143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200"/>
              <a:t>1</a:t>
            </a:r>
            <a:r>
              <a:rPr lang="zh-CN" altLang="en-US" sz="1200"/>
              <a:t>、产品拿到手先试一下上述功能，保证硬件到手是完好的再继续使用，如有问题，请立即联系客服</a:t>
            </a:r>
            <a:r>
              <a:rPr lang="zh-CN" altLang="en-US" sz="1200"/>
              <a:t>处理。</a:t>
            </a:r>
            <a:endParaRPr lang="zh-CN" altLang="en-US" sz="1200"/>
          </a:p>
          <a:p>
            <a:pPr>
              <a:lnSpc>
                <a:spcPct val="140000"/>
              </a:lnSpc>
            </a:pPr>
            <a:r>
              <a:rPr lang="en-US" altLang="zh-CN" sz="1200">
                <a:sym typeface="+mn-ea"/>
              </a:rPr>
              <a:t>2</a:t>
            </a:r>
            <a:r>
              <a:rPr lang="zh-CN" altLang="en-US" sz="1200">
                <a:sym typeface="+mn-ea"/>
              </a:rPr>
              <a:t>、充电时注意电池方向不要放错</a:t>
            </a:r>
            <a:r>
              <a:rPr lang="zh-CN" altLang="en-US" sz="1200">
                <a:sym typeface="+mn-ea"/>
              </a:rPr>
              <a:t>了。</a:t>
            </a:r>
            <a:endParaRPr lang="zh-CN" altLang="en-US" sz="1200"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/>
              <a:t>3</a:t>
            </a:r>
            <a:r>
              <a:rPr lang="zh-CN" altLang="en-US" sz="1200"/>
              <a:t>、手柄开机状态下若长时间未操作会自动休眠，可以通过</a:t>
            </a:r>
            <a:r>
              <a:rPr lang="en-US" altLang="zh-CN" sz="1200"/>
              <a:t>START</a:t>
            </a:r>
            <a:r>
              <a:rPr lang="zh-CN" altLang="en-US" sz="1200"/>
              <a:t>键或</a:t>
            </a:r>
            <a:r>
              <a:rPr lang="en-US" altLang="zh-CN" sz="1200"/>
              <a:t>MODE</a:t>
            </a:r>
            <a:r>
              <a:rPr lang="zh-CN" altLang="en-US" sz="1200"/>
              <a:t>键</a:t>
            </a:r>
            <a:r>
              <a:rPr lang="zh-CN" altLang="en-US" sz="1200"/>
              <a:t>激活。</a:t>
            </a:r>
            <a:endParaRPr lang="zh-CN" altLang="en-US" sz="1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80990"/>
          <a:stretch>
            <a:fillRect/>
          </a:stretch>
        </p:blipFill>
        <p:spPr>
          <a:xfrm>
            <a:off x="5303520" y="1112520"/>
            <a:ext cx="908050" cy="2266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3560" y="4472305"/>
            <a:ext cx="3797935" cy="2072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800"/>
              <a:t>左摇杆按下为左平移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zh-CN" altLang="en-US" sz="800"/>
              <a:t>右摇杆按下为右平移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zh-CN" altLang="en-US" sz="800"/>
              <a:t>左摇杆前推可控制左侧车轮前进，左摇杆后推可控制左侧车轮后退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zh-CN" altLang="en-US" sz="800"/>
              <a:t>右摇杆前推可控制右侧车轮前进，右摇杆后推可控制右侧车轮后退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en-US" altLang="zh-CN" sz="800"/>
              <a:t>SELECT</a:t>
            </a:r>
            <a:r>
              <a:rPr lang="zh-CN" altLang="en-US" sz="800"/>
              <a:t>按键用于切换智能功能：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en-US" altLang="zh-CN" sz="800"/>
              <a:t>        </a:t>
            </a:r>
            <a:r>
              <a:rPr lang="zh-CN" altLang="en-US" sz="800"/>
              <a:t>按一下，响一声，代表进入循迹功能（沿着</a:t>
            </a:r>
            <a:r>
              <a:rPr lang="en-US" altLang="zh-CN" sz="800"/>
              <a:t>3cm</a:t>
            </a:r>
            <a:r>
              <a:rPr lang="zh-CN" altLang="en-US" sz="800"/>
              <a:t>左右粗黑线走），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en-US" altLang="zh-CN" sz="800"/>
              <a:t>        </a:t>
            </a:r>
            <a:r>
              <a:rPr lang="zh-CN" altLang="en-US" sz="800"/>
              <a:t>再按一下，响两声，代表进入自由避障（遇到障碍物自动左转），</a:t>
            </a:r>
            <a:endParaRPr lang="zh-CN" altLang="en-US" sz="800"/>
          </a:p>
          <a:p>
            <a:pPr>
              <a:lnSpc>
                <a:spcPct val="160000"/>
              </a:lnSpc>
            </a:pPr>
            <a:r>
              <a:rPr lang="en-US" altLang="zh-CN" sz="800"/>
              <a:t>        </a:t>
            </a:r>
            <a:r>
              <a:rPr lang="zh-CN" altLang="en-US" sz="800"/>
              <a:t>再按一下停止，</a:t>
            </a:r>
            <a:r>
              <a:rPr lang="en-US" altLang="zh-CN" sz="800"/>
              <a:t> </a:t>
            </a:r>
            <a:endParaRPr lang="en-US" altLang="zh-CN" sz="800"/>
          </a:p>
          <a:p>
            <a:pPr>
              <a:lnSpc>
                <a:spcPct val="160000"/>
              </a:lnSpc>
            </a:pPr>
            <a:r>
              <a:rPr lang="en-US" altLang="zh-CN" sz="800"/>
              <a:t>        </a:t>
            </a:r>
            <a:r>
              <a:rPr lang="zh-CN" altLang="en-US" sz="800"/>
              <a:t>依次循环。</a:t>
            </a:r>
            <a:r>
              <a:rPr lang="en-US" altLang="zh-CN" sz="800"/>
              <a:t> </a:t>
            </a:r>
            <a:endParaRPr lang="en-US" altLang="zh-CN" sz="800"/>
          </a:p>
          <a:p>
            <a:pPr>
              <a:lnSpc>
                <a:spcPct val="160000"/>
              </a:lnSpc>
            </a:pPr>
            <a:r>
              <a:rPr lang="en-US" altLang="zh-CN" sz="800"/>
              <a:t>START</a:t>
            </a:r>
            <a:r>
              <a:rPr lang="zh-CN" altLang="en-US" sz="800"/>
              <a:t>按键：复位</a:t>
            </a:r>
            <a:r>
              <a:rPr lang="en-US" altLang="zh-CN" sz="800"/>
              <a:t>/</a:t>
            </a:r>
            <a:r>
              <a:rPr lang="zh-CN" altLang="en-US" sz="800"/>
              <a:t>停止（也可停止智能功能）</a:t>
            </a:r>
            <a:endParaRPr lang="zh-CN" altLang="en-US" sz="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165" y="6652260"/>
            <a:ext cx="2616835" cy="18084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365" y="1376680"/>
            <a:ext cx="1569085" cy="1661795"/>
          </a:xfrm>
          <a:prstGeom prst="rect">
            <a:avLst/>
          </a:prstGeom>
        </p:spPr>
      </p:pic>
      <p:pic>
        <p:nvPicPr>
          <p:cNvPr id="103" name="图片 1"/>
          <p:cNvPicPr>
            <a:picLocks noChangeAspect="1"/>
          </p:cNvPicPr>
          <p:nvPr/>
        </p:nvPicPr>
        <p:blipFill>
          <a:blip r:embed="rId4"/>
          <a:srcRect l="8749" r="17311"/>
          <a:stretch>
            <a:fillRect/>
          </a:stretch>
        </p:blipFill>
        <p:spPr>
          <a:xfrm>
            <a:off x="3947160" y="4472305"/>
            <a:ext cx="2148840" cy="205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WPS 演示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lbzbky</cp:lastModifiedBy>
  <cp:revision>47</cp:revision>
  <dcterms:created xsi:type="dcterms:W3CDTF">2023-08-09T12:44:00Z</dcterms:created>
  <dcterms:modified xsi:type="dcterms:W3CDTF">2025-05-26T02:07:41Z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
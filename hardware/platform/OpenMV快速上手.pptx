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798"/>
            <a:ext cx="5143500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023"/>
            <a:ext cx="5915025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7618"/>
            <a:ext cx="5915025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7758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7565"/>
            <a:ext cx="290125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7758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565"/>
            <a:ext cx="2915543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275"/>
            <a:ext cx="1478756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350544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41170" y="318135"/>
            <a:ext cx="337629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sz="2400">
                <a:solidFill>
                  <a:schemeClr val="tx1"/>
                </a:solidFill>
                <a:effectLst/>
              </a:rPr>
              <a:t>OpenMV</a:t>
            </a:r>
            <a:r>
              <a:rPr lang="zh-CN" altLang="en-US" sz="2400">
                <a:solidFill>
                  <a:schemeClr val="tx1"/>
                </a:solidFill>
                <a:effectLst/>
              </a:rPr>
              <a:t>视觉</a:t>
            </a:r>
            <a:r>
              <a:rPr lang="zh-CN" altLang="en-US" sz="2400">
                <a:solidFill>
                  <a:schemeClr val="tx1"/>
                </a:solidFill>
                <a:effectLst/>
              </a:rPr>
              <a:t>模块</a:t>
            </a:r>
            <a:endParaRPr lang="zh-CN" altLang="en-US" sz="2400">
              <a:solidFill>
                <a:schemeClr val="tx1"/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861060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快速上手指南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42925" y="1339215"/>
            <a:ext cx="3262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第一步：上电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541020" y="2359025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第二步：功能测试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541655" y="8749030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注意事项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542290" y="2727325"/>
            <a:ext cx="5732780" cy="1368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sz="1200"/>
              <a:t>1. </a:t>
            </a:r>
            <a:r>
              <a:rPr lang="zh-CN" altLang="en-US" sz="1200"/>
              <a:t>电脑安装</a:t>
            </a:r>
            <a:r>
              <a:rPr lang="en-US" altLang="zh-CN" sz="1200"/>
              <a:t>OpenMV IDE</a:t>
            </a:r>
            <a:r>
              <a:rPr lang="zh-CN" altLang="en-US" sz="1200"/>
              <a:t>软件（资料中获取，请安装最新版本</a:t>
            </a:r>
            <a:r>
              <a:rPr lang="zh-CN" altLang="en-US" sz="1200"/>
              <a:t>软件）。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2. </a:t>
            </a:r>
            <a:r>
              <a:rPr lang="zh-CN" sz="1200"/>
              <a:t>打开</a:t>
            </a:r>
            <a:r>
              <a:rPr lang="en-US" altLang="zh-CN" sz="1200"/>
              <a:t>OpenMV IDE</a:t>
            </a:r>
            <a:r>
              <a:rPr lang="zh-CN" altLang="en-US" sz="1200"/>
              <a:t>软件，点击</a:t>
            </a:r>
            <a:r>
              <a:rPr lang="zh-CN" altLang="en-US" sz="1200"/>
              <a:t>设备连接按钮连接</a:t>
            </a:r>
            <a:r>
              <a:rPr lang="en-US" altLang="zh-CN" sz="1200"/>
              <a:t>OpenMV</a:t>
            </a:r>
            <a:r>
              <a:rPr lang="zh-CN" altLang="en-US" sz="1200"/>
              <a:t>，若提示注册，请点击</a:t>
            </a:r>
            <a:r>
              <a:rPr lang="en-US" altLang="zh-CN" sz="1200"/>
              <a:t>‘</a:t>
            </a:r>
            <a:r>
              <a:rPr lang="zh-CN" altLang="en-US" sz="1200"/>
              <a:t>否</a:t>
            </a:r>
            <a:r>
              <a:rPr lang="en-US" altLang="zh-CN" sz="1200"/>
              <a:t>’</a:t>
            </a:r>
            <a:r>
              <a:rPr lang="zh-CN" altLang="en-US" sz="1200"/>
              <a:t>或</a:t>
            </a:r>
            <a:r>
              <a:rPr lang="en-US" altLang="zh-CN" sz="1200"/>
              <a:t>‘</a:t>
            </a:r>
            <a:r>
              <a:rPr lang="zh-CN" altLang="en-US" sz="1200"/>
              <a:t>取消</a:t>
            </a:r>
            <a:r>
              <a:rPr lang="en-US" altLang="zh-CN" sz="1200"/>
              <a:t>’</a:t>
            </a:r>
            <a:r>
              <a:rPr lang="zh-CN" altLang="en-US" sz="1200"/>
              <a:t>（共弹窗</a:t>
            </a:r>
            <a:r>
              <a:rPr lang="en-US" altLang="zh-CN" sz="1200"/>
              <a:t>3</a:t>
            </a:r>
            <a:r>
              <a:rPr lang="zh-CN" altLang="en-US" sz="1200"/>
              <a:t>次），连接成功后，运行按钮会变绿，如果提示固件有新版本，升级即可，内部文件系统擦除选</a:t>
            </a:r>
            <a:r>
              <a:rPr lang="en-US" altLang="zh-CN" sz="1200"/>
              <a:t>‘</a:t>
            </a:r>
            <a:r>
              <a:rPr lang="zh-CN" altLang="en-US" sz="1200"/>
              <a:t>是</a:t>
            </a:r>
            <a:r>
              <a:rPr lang="en-US" altLang="zh-CN" sz="1200"/>
              <a:t>’</a:t>
            </a:r>
            <a:r>
              <a:rPr lang="zh-CN" altLang="en-US" sz="1200"/>
              <a:t>或</a:t>
            </a:r>
            <a:r>
              <a:rPr lang="en-US" altLang="zh-CN" sz="1200"/>
              <a:t>‘</a:t>
            </a:r>
            <a:r>
              <a:rPr lang="zh-CN" altLang="en-US" sz="1200"/>
              <a:t>否</a:t>
            </a:r>
            <a:r>
              <a:rPr lang="en-US" altLang="zh-CN" sz="1200"/>
              <a:t>’</a:t>
            </a:r>
            <a:r>
              <a:rPr lang="zh-CN" altLang="en-US" sz="1200"/>
              <a:t>均可。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3. </a:t>
            </a:r>
            <a:r>
              <a:rPr lang="zh-CN" altLang="en-US" sz="1200"/>
              <a:t>软件默认打开的是</a:t>
            </a:r>
            <a:r>
              <a:rPr lang="en-US" altLang="zh-CN" sz="1200"/>
              <a:t>helloworld</a:t>
            </a:r>
            <a:r>
              <a:rPr lang="zh-CN" altLang="en-US" sz="1200"/>
              <a:t>代码，点击运行按钮，取下</a:t>
            </a:r>
            <a:r>
              <a:rPr lang="en-US" altLang="zh-CN" sz="1200"/>
              <a:t>OpenMV</a:t>
            </a:r>
            <a:r>
              <a:rPr lang="zh-CN" altLang="en-US" sz="1200"/>
              <a:t>摄像头上的盖帽，然后在</a:t>
            </a:r>
            <a:r>
              <a:rPr lang="en-US" altLang="zh-CN" sz="1200"/>
              <a:t>‘</a:t>
            </a:r>
            <a:r>
              <a:rPr lang="zh-CN" altLang="en-US" sz="1200"/>
              <a:t>帧缓冲区</a:t>
            </a:r>
            <a:r>
              <a:rPr lang="en-US" altLang="zh-CN" sz="1200"/>
              <a:t>’</a:t>
            </a:r>
            <a:r>
              <a:rPr lang="zh-CN" altLang="en-US" sz="1200"/>
              <a:t>可以看到</a:t>
            </a:r>
            <a:r>
              <a:rPr lang="en-US" altLang="zh-CN" sz="1200"/>
              <a:t>OpenMV</a:t>
            </a:r>
            <a:r>
              <a:rPr lang="zh-CN" altLang="en-US" sz="1200"/>
              <a:t>摄像头</a:t>
            </a:r>
            <a:r>
              <a:rPr lang="zh-CN" altLang="en-US" sz="1200"/>
              <a:t>画面。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636270" y="9097010"/>
            <a:ext cx="5509895" cy="543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1400"/>
              <a:t>产品拿到手先试一下上述功能，保证硬件到手是完好的再继续使用，如有问题，请立即联系客服处理。</a:t>
            </a:r>
            <a:endParaRPr lang="en-US" altLang="zh-CN" sz="1400"/>
          </a:p>
        </p:txBody>
      </p:sp>
      <p:sp>
        <p:nvSpPr>
          <p:cNvPr id="16" name="文本框 15"/>
          <p:cNvSpPr txBox="1"/>
          <p:nvPr/>
        </p:nvSpPr>
        <p:spPr>
          <a:xfrm>
            <a:off x="542925" y="6720205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第三步：关于</a:t>
            </a:r>
            <a:r>
              <a:rPr lang="zh-CN" altLang="en-US" b="1"/>
              <a:t>供电</a:t>
            </a:r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41655" y="1728470"/>
            <a:ext cx="241173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使用数据线将</a:t>
            </a:r>
            <a:r>
              <a:rPr lang="en-US" altLang="zh-CN" sz="1200"/>
              <a:t>OpenMV</a:t>
            </a:r>
            <a:r>
              <a:rPr lang="zh-CN" altLang="en-US" sz="1200"/>
              <a:t>连接</a:t>
            </a:r>
            <a:r>
              <a:rPr lang="zh-CN" altLang="en-US" sz="1200"/>
              <a:t>电脑。</a:t>
            </a:r>
            <a:endParaRPr lang="zh-CN" altLang="en-US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7125" y="7122795"/>
            <a:ext cx="1143000" cy="15151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0211" r="8870"/>
          <a:stretch>
            <a:fillRect/>
          </a:stretch>
        </p:blipFill>
        <p:spPr>
          <a:xfrm>
            <a:off x="4989830" y="7109460"/>
            <a:ext cx="1155700" cy="15297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2290" y="7063105"/>
            <a:ext cx="2867025" cy="156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200"/>
              <a:t>供电方式多选一：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1. </a:t>
            </a:r>
            <a:r>
              <a:rPr lang="zh-CN" altLang="en-US" sz="1200"/>
              <a:t>直接连</a:t>
            </a:r>
            <a:r>
              <a:rPr lang="en-US" altLang="zh-CN" sz="1200"/>
              <a:t>USB</a:t>
            </a:r>
            <a:r>
              <a:rPr lang="zh-CN" altLang="en-US" sz="1200"/>
              <a:t>口供电。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2. OpenMV</a:t>
            </a:r>
            <a:r>
              <a:rPr lang="zh-CN" altLang="en-US" sz="1200"/>
              <a:t>板载锂电池接口供电。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3. </a:t>
            </a:r>
            <a:r>
              <a:rPr lang="zh-CN" altLang="en-US" sz="1200"/>
              <a:t>扩展板电池接口供电。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4. </a:t>
            </a:r>
            <a:r>
              <a:rPr lang="zh-CN" altLang="en-US" sz="1200"/>
              <a:t>扩展板总线接口供电。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zh-CN" altLang="en-US" sz="1200"/>
              <a:t>电源的额定电流需大于</a:t>
            </a:r>
            <a:r>
              <a:rPr lang="en-US" altLang="zh-CN" sz="1200"/>
              <a:t>250MA</a:t>
            </a:r>
            <a:r>
              <a:rPr lang="zh-CN" altLang="en-US" sz="1200">
                <a:sym typeface="+mn-ea"/>
              </a:rPr>
              <a:t>。</a:t>
            </a:r>
            <a:endParaRPr lang="en-US" altLang="zh-CN" sz="1200"/>
          </a:p>
          <a:p>
            <a:pPr>
              <a:lnSpc>
                <a:spcPct val="120000"/>
              </a:lnSpc>
            </a:pPr>
            <a:r>
              <a:rPr lang="zh-CN" altLang="en-US" sz="1200"/>
              <a:t>注意：不要通过</a:t>
            </a:r>
            <a:r>
              <a:rPr lang="en-US" altLang="zh-CN" sz="1200">
                <a:sym typeface="+mn-ea"/>
              </a:rPr>
              <a:t>3.3V</a:t>
            </a:r>
            <a:r>
              <a:rPr lang="zh-CN" altLang="en-US" sz="1200">
                <a:sym typeface="+mn-ea"/>
              </a:rPr>
              <a:t>引脚给</a:t>
            </a:r>
            <a:r>
              <a:rPr lang="en-US" altLang="zh-CN" sz="1200">
                <a:sym typeface="+mn-ea"/>
              </a:rPr>
              <a:t>OpenMV</a:t>
            </a:r>
            <a:r>
              <a:rPr lang="zh-CN" altLang="en-US" sz="1200"/>
              <a:t>供电。</a:t>
            </a:r>
            <a:endParaRPr lang="zh-CN" altLang="en-US" sz="12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05" y="4151630"/>
            <a:ext cx="5509260" cy="25126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l="7283" r="11516" b="3653"/>
          <a:stretch>
            <a:fillRect/>
          </a:stretch>
        </p:blipFill>
        <p:spPr>
          <a:xfrm>
            <a:off x="3667125" y="1399540"/>
            <a:ext cx="1186180" cy="13277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58750"/>
            <a:ext cx="971550" cy="1262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WPS 演示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JiangLiu</dc:creator>
  <cp:lastModifiedBy>江流</cp:lastModifiedBy>
  <cp:revision>27</cp:revision>
  <dcterms:created xsi:type="dcterms:W3CDTF">2023-08-09T12:44:00Z</dcterms:created>
  <dcterms:modified xsi:type="dcterms:W3CDTF">2025-03-29T09:14:19Z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